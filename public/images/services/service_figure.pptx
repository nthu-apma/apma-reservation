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1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-Han Chen" userId="8ec68936ce4c00d8" providerId="LiveId" clId="{7768E063-5D4A-4D0E-8891-A9DC0B0A79CC}"/>
    <pc:docChg chg="custSel modSld">
      <pc:chgData name="Bo-Han Chen" userId="8ec68936ce4c00d8" providerId="LiveId" clId="{7768E063-5D4A-4D0E-8891-A9DC0B0A79CC}" dt="2026-06-14T16:34:30.669" v="9" actId="478"/>
      <pc:docMkLst>
        <pc:docMk/>
      </pc:docMkLst>
      <pc:sldChg chg="addSp delSp modSp mod">
        <pc:chgData name="Bo-Han Chen" userId="8ec68936ce4c00d8" providerId="LiveId" clId="{7768E063-5D4A-4D0E-8891-A9DC0B0A79CC}" dt="2026-06-14T16:34:30.669" v="9" actId="478"/>
        <pc:sldMkLst>
          <pc:docMk/>
          <pc:sldMk cId="382702957" sldId="256"/>
        </pc:sldMkLst>
        <pc:spChg chg="mod">
          <ac:chgData name="Bo-Han Chen" userId="8ec68936ce4c00d8" providerId="LiveId" clId="{7768E063-5D4A-4D0E-8891-A9DC0B0A79CC}" dt="2026-06-14T16:33:48.858" v="1" actId="14838"/>
          <ac:spMkLst>
            <pc:docMk/>
            <pc:sldMk cId="382702957" sldId="256"/>
            <ac:spMk id="14" creationId="{84799839-B849-2969-9997-9DEC808D638A}"/>
          </ac:spMkLst>
        </pc:spChg>
        <pc:spChg chg="mod">
          <ac:chgData name="Bo-Han Chen" userId="8ec68936ce4c00d8" providerId="LiveId" clId="{7768E063-5D4A-4D0E-8891-A9DC0B0A79CC}" dt="2026-06-14T16:33:48.858" v="1" actId="14838"/>
          <ac:spMkLst>
            <pc:docMk/>
            <pc:sldMk cId="382702957" sldId="256"/>
            <ac:spMk id="15" creationId="{D5C08FE1-5F03-4AA9-8948-C00A04DD85ED}"/>
          </ac:spMkLst>
        </pc:spChg>
        <pc:spChg chg="mod">
          <ac:chgData name="Bo-Han Chen" userId="8ec68936ce4c00d8" providerId="LiveId" clId="{7768E063-5D4A-4D0E-8891-A9DC0B0A79CC}" dt="2026-06-14T16:33:56.013" v="2" actId="14838"/>
          <ac:spMkLst>
            <pc:docMk/>
            <pc:sldMk cId="382702957" sldId="256"/>
            <ac:spMk id="28" creationId="{B2304041-1D7B-27E5-405C-FFC86ECE2639}"/>
          </ac:spMkLst>
        </pc:spChg>
        <pc:spChg chg="mod">
          <ac:chgData name="Bo-Han Chen" userId="8ec68936ce4c00d8" providerId="LiveId" clId="{7768E063-5D4A-4D0E-8891-A9DC0B0A79CC}" dt="2026-06-14T16:33:56.013" v="2" actId="14838"/>
          <ac:spMkLst>
            <pc:docMk/>
            <pc:sldMk cId="382702957" sldId="256"/>
            <ac:spMk id="29" creationId="{6B4BB997-0AF3-E1C6-1011-02BE625880A7}"/>
          </ac:spMkLst>
        </pc:spChg>
        <pc:spChg chg="mod">
          <ac:chgData name="Bo-Han Chen" userId="8ec68936ce4c00d8" providerId="LiveId" clId="{7768E063-5D4A-4D0E-8891-A9DC0B0A79CC}" dt="2026-06-14T16:33:56.013" v="2" actId="14838"/>
          <ac:spMkLst>
            <pc:docMk/>
            <pc:sldMk cId="382702957" sldId="256"/>
            <ac:spMk id="30" creationId="{3AA5F5FF-10A8-5ACC-0A17-F0D303344103}"/>
          </ac:spMkLst>
        </pc:spChg>
        <pc:spChg chg="mod">
          <ac:chgData name="Bo-Han Chen" userId="8ec68936ce4c00d8" providerId="LiveId" clId="{7768E063-5D4A-4D0E-8891-A9DC0B0A79CC}" dt="2026-06-14T16:33:48.858" v="1" actId="14838"/>
          <ac:spMkLst>
            <pc:docMk/>
            <pc:sldMk cId="382702957" sldId="256"/>
            <ac:spMk id="44" creationId="{2AAEF828-8F68-0097-E067-163B45218F41}"/>
          </ac:spMkLst>
        </pc:spChg>
        <pc:spChg chg="mod">
          <ac:chgData name="Bo-Han Chen" userId="8ec68936ce4c00d8" providerId="LiveId" clId="{7768E063-5D4A-4D0E-8891-A9DC0B0A79CC}" dt="2026-06-14T16:33:48.858" v="1" actId="14838"/>
          <ac:spMkLst>
            <pc:docMk/>
            <pc:sldMk cId="382702957" sldId="256"/>
            <ac:spMk id="45" creationId="{F1BA796B-CF51-6111-2CBB-237AC0E78BBD}"/>
          </ac:spMkLst>
        </pc:spChg>
        <pc:spChg chg="mod">
          <ac:chgData name="Bo-Han Chen" userId="8ec68936ce4c00d8" providerId="LiveId" clId="{7768E063-5D4A-4D0E-8891-A9DC0B0A79CC}" dt="2026-06-14T16:33:48.858" v="1" actId="14838"/>
          <ac:spMkLst>
            <pc:docMk/>
            <pc:sldMk cId="382702957" sldId="256"/>
            <ac:spMk id="46" creationId="{259BF6F6-6CC0-6863-BC30-AFF8515D2C06}"/>
          </ac:spMkLst>
        </pc:spChg>
        <pc:spChg chg="add del mod ord">
          <ac:chgData name="Bo-Han Chen" userId="8ec68936ce4c00d8" providerId="LiveId" clId="{7768E063-5D4A-4D0E-8891-A9DC0B0A79CC}" dt="2026-06-14T16:34:30.669" v="9" actId="478"/>
          <ac:spMkLst>
            <pc:docMk/>
            <pc:sldMk cId="382702957" sldId="256"/>
            <ac:spMk id="69" creationId="{256FFB11-3A92-B3B5-10C6-EBAEC8ADDBC7}"/>
          </ac:spMkLst>
        </pc:spChg>
        <pc:grpChg chg="mod">
          <ac:chgData name="Bo-Han Chen" userId="8ec68936ce4c00d8" providerId="LiveId" clId="{7768E063-5D4A-4D0E-8891-A9DC0B0A79CC}" dt="2026-06-14T16:33:32.068" v="0" actId="1076"/>
          <ac:grpSpMkLst>
            <pc:docMk/>
            <pc:sldMk cId="382702957" sldId="256"/>
            <ac:grpSpMk id="6" creationId="{609B83E1-9B14-5587-096E-407B0F51B166}"/>
          </ac:grpSpMkLst>
        </pc:grpChg>
        <pc:cxnChg chg="mod">
          <ac:chgData name="Bo-Han Chen" userId="8ec68936ce4c00d8" providerId="LiveId" clId="{7768E063-5D4A-4D0E-8891-A9DC0B0A79CC}" dt="2026-06-14T16:34:07.209" v="3" actId="14861"/>
          <ac:cxnSpMkLst>
            <pc:docMk/>
            <pc:sldMk cId="382702957" sldId="256"/>
            <ac:cxnSpMk id="25" creationId="{3AE5D7D4-6502-ECAB-DC68-16BE535EA03B}"/>
          </ac:cxnSpMkLst>
        </pc:cxnChg>
        <pc:cxnChg chg="mod">
          <ac:chgData name="Bo-Han Chen" userId="8ec68936ce4c00d8" providerId="LiveId" clId="{7768E063-5D4A-4D0E-8891-A9DC0B0A79CC}" dt="2026-06-14T16:34:07.209" v="3" actId="14861"/>
          <ac:cxnSpMkLst>
            <pc:docMk/>
            <pc:sldMk cId="382702957" sldId="256"/>
            <ac:cxnSpMk id="26" creationId="{681276EC-0714-50EE-B433-0E37EBC778F3}"/>
          </ac:cxnSpMkLst>
        </pc:cxnChg>
        <pc:cxnChg chg="mod">
          <ac:chgData name="Bo-Han Chen" userId="8ec68936ce4c00d8" providerId="LiveId" clId="{7768E063-5D4A-4D0E-8891-A9DC0B0A79CC}" dt="2026-06-14T16:34:07.209" v="3" actId="14861"/>
          <ac:cxnSpMkLst>
            <pc:docMk/>
            <pc:sldMk cId="382702957" sldId="256"/>
            <ac:cxnSpMk id="27" creationId="{2C4982FB-1F00-8785-2F65-5135BF31AD6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5C5981-4203-3FAC-E8E9-309910913D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85B2D7C-65B0-8E28-A670-922843921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63FACF-74B3-9064-34E7-DC1D8004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866C0F-C3A7-A7C8-C74F-0C5D1BE0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FAE034-D5FB-E927-0A27-EE51DAE0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38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AEADF0-F98A-4998-A009-F1D6C9CBC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8B0C91-CFBE-010D-AF12-7E2736C34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2C0CC0-9AFC-A539-70D6-BAF11F17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AC0EC-6FA9-EFE0-6BBF-5DAE8A1FB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D5EDB5-7234-8BFA-B193-4F4051FD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27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B49709-E7EA-51AD-E85F-64B8715F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AECA5B-52AE-1AEF-26AF-414ADF983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A490A8-0809-A70B-0FD3-6725E730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27376D-19CE-565C-8E8C-6B97D14F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E6154A-B6AD-3B5B-BE49-5F57744C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243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A32D52-5E28-AE30-7E93-D87F2426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25145A-38A2-92D9-BACA-9439BCEA4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6705080-8C53-6BAA-9A11-674CCC7A3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58A073-F89E-7F9D-6CAD-E35CB59FB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AFE687-85A4-6A86-5164-B394D8DC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3531C9-F26A-5D95-CBCA-002325905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57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87CDCE-B577-CCEC-F51E-714BF4A36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57546F-B593-A080-B0F4-FBFC55C40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514AEE-5BD6-DAA2-6111-DA76396E9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5ED739D-CAC7-664F-7FB4-8ADBEECB8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81E4A3E-9758-7F51-1229-C4AE7FA13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2400258-F7FE-B002-6753-9F8CEBB88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36FA3F4-87D9-4C4E-D77B-00A9C9EB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EA3866A-4592-01EB-418E-85BC4F3A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44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54EC56-CCBA-C29D-6AC6-B5E76B661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5BE9348-660A-E9CB-0510-3AB51399C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7497F5-5A33-29F6-C171-3D9A9164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5BEE92E-D399-9573-119B-69736D42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067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AD92E96-D4E1-350B-2E0C-88DED9B97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A165E8C-D0A2-3A3F-E9CA-E98F19F61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91B9B1-F178-DE1F-D112-54C541958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3718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5E6F1-8F70-1F2A-3632-89E8226C0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BD9E14-D464-CEF7-755B-B298B079A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C84855-9E84-B076-0F4E-673746612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9969D4-564B-64BC-5E88-B5C960B9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AA7825-40F8-0E12-5E69-F36A59AB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B43457-27F6-9EE1-0A0B-07873779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0674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8A49E4-9F89-3C45-D63A-34FB2682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8ADC111-8EDB-C0C0-5EBD-6DFDDC4BE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17592AA-1CA4-AA4A-32AA-79BF9D0CC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E92EA5-5AB7-0C5D-A9A3-130AECAAF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DE94D8C-511C-5728-2B52-9ACC5E787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BB7CBFC-EA6C-BE5B-EF84-0440DF79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6781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EC44B1-3D15-EC0B-6179-B1DC9A6C4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E5C3484-30A1-2477-DE9A-8317E828C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BE0BCB-8CD7-E82E-76AF-87364A716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AA799F-2435-983D-8475-3EB325D8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DBEC8-F80D-3543-48D5-0579FE66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89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6B7A3BF-746E-875B-21AC-47C4C6A04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AE7ED0B-F0B1-881A-40B1-BA3F3E8B8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C6E3F4-8F7C-37F9-237C-662479B1F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A35C61-D814-49B2-9704-220DB0D3E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D20CB7-A9F0-47F4-C36D-A7A805C2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06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E563A95-17EA-D20D-5812-2B4798450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310C65-13DA-7040-ED10-B86ED6E94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70F997-32DE-FD0B-1E04-4648C722CD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DA47D-761F-4CB9-B3AB-0FCE7D401CFF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D24027-2E91-F6F2-4359-63C21BFFC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1F8676-4F62-C5F5-6737-F0E2F84A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5A03C-DFC7-45F2-ADD6-A697CAD30F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33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609B83E1-9B14-5587-096E-407B0F51B166}"/>
              </a:ext>
            </a:extLst>
          </p:cNvPr>
          <p:cNvGrpSpPr/>
          <p:nvPr/>
        </p:nvGrpSpPr>
        <p:grpSpPr>
          <a:xfrm>
            <a:off x="718988" y="349758"/>
            <a:ext cx="6709055" cy="3020459"/>
            <a:chOff x="12039785" y="8609110"/>
            <a:chExt cx="8117956" cy="3654751"/>
          </a:xfrm>
        </p:grpSpPr>
        <p:sp>
          <p:nvSpPr>
            <p:cNvPr id="7" name="梯形 7">
              <a:extLst>
                <a:ext uri="{FF2B5EF4-FFF2-40B4-BE49-F238E27FC236}">
                  <a16:creationId xmlns:a16="http://schemas.microsoft.com/office/drawing/2014/main" id="{DEC4D85B-AFA9-F5B4-7A04-95A438A8D942}"/>
                </a:ext>
              </a:extLst>
            </p:cNvPr>
            <p:cNvSpPr/>
            <p:nvPr/>
          </p:nvSpPr>
          <p:spPr>
            <a:xfrm rot="5400000">
              <a:off x="13334440" y="8650168"/>
              <a:ext cx="975825" cy="3537389"/>
            </a:xfrm>
            <a:custGeom>
              <a:avLst/>
              <a:gdLst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2670414"/>
                <a:gd name="connsiteY0" fmla="*/ 3919426 h 3919426"/>
                <a:gd name="connsiteX1" fmla="*/ 1523053 w 2670414"/>
                <a:gd name="connsiteY1" fmla="*/ 0 h 3919426"/>
                <a:gd name="connsiteX2" fmla="*/ 2287960 w 2670414"/>
                <a:gd name="connsiteY2" fmla="*/ 0 h 3919426"/>
                <a:gd name="connsiteX3" fmla="*/ 2670414 w 2670414"/>
                <a:gd name="connsiteY3" fmla="*/ 3912390 h 3919426"/>
                <a:gd name="connsiteX4" fmla="*/ 0 w 2670414"/>
                <a:gd name="connsiteY4" fmla="*/ 3919426 h 3919426"/>
                <a:gd name="connsiteX0" fmla="*/ 0 w 4076269"/>
                <a:gd name="connsiteY0" fmla="*/ 3919426 h 3919426"/>
                <a:gd name="connsiteX1" fmla="*/ 1523053 w 4076269"/>
                <a:gd name="connsiteY1" fmla="*/ 0 h 3919426"/>
                <a:gd name="connsiteX2" fmla="*/ 2287960 w 4076269"/>
                <a:gd name="connsiteY2" fmla="*/ 0 h 3919426"/>
                <a:gd name="connsiteX3" fmla="*/ 4076269 w 4076269"/>
                <a:gd name="connsiteY3" fmla="*/ 3905354 h 3919426"/>
                <a:gd name="connsiteX4" fmla="*/ 0 w 4076269"/>
                <a:gd name="connsiteY4" fmla="*/ 3919426 h 3919426"/>
                <a:gd name="connsiteX0" fmla="*/ 0 w 4076269"/>
                <a:gd name="connsiteY0" fmla="*/ 3919426 h 3919426"/>
                <a:gd name="connsiteX1" fmla="*/ 1523053 w 4076269"/>
                <a:gd name="connsiteY1" fmla="*/ 0 h 3919426"/>
                <a:gd name="connsiteX2" fmla="*/ 2287960 w 4076269"/>
                <a:gd name="connsiteY2" fmla="*/ 0 h 3919426"/>
                <a:gd name="connsiteX3" fmla="*/ 4076269 w 4076269"/>
                <a:gd name="connsiteY3" fmla="*/ 3905354 h 3919426"/>
                <a:gd name="connsiteX4" fmla="*/ 0 w 4076269"/>
                <a:gd name="connsiteY4" fmla="*/ 3919426 h 3919426"/>
                <a:gd name="connsiteX0" fmla="*/ 0 w 4076269"/>
                <a:gd name="connsiteY0" fmla="*/ 3919426 h 3919426"/>
                <a:gd name="connsiteX1" fmla="*/ 1523053 w 4076269"/>
                <a:gd name="connsiteY1" fmla="*/ 0 h 3919426"/>
                <a:gd name="connsiteX2" fmla="*/ 2287960 w 4076269"/>
                <a:gd name="connsiteY2" fmla="*/ 0 h 3919426"/>
                <a:gd name="connsiteX3" fmla="*/ 4076269 w 4076269"/>
                <a:gd name="connsiteY3" fmla="*/ 3905354 h 3919426"/>
                <a:gd name="connsiteX4" fmla="*/ 0 w 4076269"/>
                <a:gd name="connsiteY4" fmla="*/ 3919426 h 391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269" h="3919426">
                  <a:moveTo>
                    <a:pt x="0" y="3919426"/>
                  </a:moveTo>
                  <a:cubicBezTo>
                    <a:pt x="1096955" y="2919207"/>
                    <a:pt x="1520262" y="1657421"/>
                    <a:pt x="1523053" y="0"/>
                  </a:cubicBezTo>
                  <a:lnTo>
                    <a:pt x="2287960" y="0"/>
                  </a:lnTo>
                  <a:cubicBezTo>
                    <a:pt x="2282098" y="1335880"/>
                    <a:pt x="2741716" y="2805948"/>
                    <a:pt x="4076269" y="3905354"/>
                  </a:cubicBezTo>
                  <a:lnTo>
                    <a:pt x="0" y="3919426"/>
                  </a:lnTo>
                  <a:close/>
                </a:path>
              </a:pathLst>
            </a:custGeom>
            <a:solidFill>
              <a:srgbClr val="FFC000">
                <a:alpha val="81000"/>
              </a:srgbClr>
            </a:solidFill>
            <a:ln>
              <a:noFill/>
            </a:ln>
            <a:effectLst>
              <a:glow rad="63500">
                <a:srgbClr val="FFC000">
                  <a:alpha val="60000"/>
                </a:srgb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梯形 7">
              <a:extLst>
                <a:ext uri="{FF2B5EF4-FFF2-40B4-BE49-F238E27FC236}">
                  <a16:creationId xmlns:a16="http://schemas.microsoft.com/office/drawing/2014/main" id="{A0A01A7E-0DD4-37A5-94AE-3F44FBE9B711}"/>
                </a:ext>
              </a:extLst>
            </p:cNvPr>
            <p:cNvSpPr/>
            <p:nvPr/>
          </p:nvSpPr>
          <p:spPr>
            <a:xfrm rot="16200000" flipH="1">
              <a:off x="17781157" y="8985999"/>
              <a:ext cx="975825" cy="3537389"/>
            </a:xfrm>
            <a:custGeom>
              <a:avLst/>
              <a:gdLst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2670414"/>
                <a:gd name="connsiteY0" fmla="*/ 3919426 h 3919426"/>
                <a:gd name="connsiteX1" fmla="*/ 1523053 w 2670414"/>
                <a:gd name="connsiteY1" fmla="*/ 0 h 3919426"/>
                <a:gd name="connsiteX2" fmla="*/ 2287960 w 2670414"/>
                <a:gd name="connsiteY2" fmla="*/ 0 h 3919426"/>
                <a:gd name="connsiteX3" fmla="*/ 2670414 w 2670414"/>
                <a:gd name="connsiteY3" fmla="*/ 3912390 h 3919426"/>
                <a:gd name="connsiteX4" fmla="*/ 0 w 2670414"/>
                <a:gd name="connsiteY4" fmla="*/ 3919426 h 3919426"/>
                <a:gd name="connsiteX0" fmla="*/ 0 w 4076269"/>
                <a:gd name="connsiteY0" fmla="*/ 3919426 h 3919426"/>
                <a:gd name="connsiteX1" fmla="*/ 1523053 w 4076269"/>
                <a:gd name="connsiteY1" fmla="*/ 0 h 3919426"/>
                <a:gd name="connsiteX2" fmla="*/ 2287960 w 4076269"/>
                <a:gd name="connsiteY2" fmla="*/ 0 h 3919426"/>
                <a:gd name="connsiteX3" fmla="*/ 4076269 w 4076269"/>
                <a:gd name="connsiteY3" fmla="*/ 3905354 h 3919426"/>
                <a:gd name="connsiteX4" fmla="*/ 0 w 4076269"/>
                <a:gd name="connsiteY4" fmla="*/ 3919426 h 3919426"/>
                <a:gd name="connsiteX0" fmla="*/ 0 w 4076269"/>
                <a:gd name="connsiteY0" fmla="*/ 3919426 h 3919426"/>
                <a:gd name="connsiteX1" fmla="*/ 1523053 w 4076269"/>
                <a:gd name="connsiteY1" fmla="*/ 0 h 3919426"/>
                <a:gd name="connsiteX2" fmla="*/ 2287960 w 4076269"/>
                <a:gd name="connsiteY2" fmla="*/ 0 h 3919426"/>
                <a:gd name="connsiteX3" fmla="*/ 4076269 w 4076269"/>
                <a:gd name="connsiteY3" fmla="*/ 3905354 h 3919426"/>
                <a:gd name="connsiteX4" fmla="*/ 0 w 4076269"/>
                <a:gd name="connsiteY4" fmla="*/ 3919426 h 3919426"/>
                <a:gd name="connsiteX0" fmla="*/ 0 w 4076269"/>
                <a:gd name="connsiteY0" fmla="*/ 3919426 h 3919426"/>
                <a:gd name="connsiteX1" fmla="*/ 1523053 w 4076269"/>
                <a:gd name="connsiteY1" fmla="*/ 0 h 3919426"/>
                <a:gd name="connsiteX2" fmla="*/ 2287960 w 4076269"/>
                <a:gd name="connsiteY2" fmla="*/ 0 h 3919426"/>
                <a:gd name="connsiteX3" fmla="*/ 4076269 w 4076269"/>
                <a:gd name="connsiteY3" fmla="*/ 3905354 h 3919426"/>
                <a:gd name="connsiteX4" fmla="*/ 0 w 4076269"/>
                <a:gd name="connsiteY4" fmla="*/ 3919426 h 391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269" h="3919426">
                  <a:moveTo>
                    <a:pt x="0" y="3919426"/>
                  </a:moveTo>
                  <a:cubicBezTo>
                    <a:pt x="1096955" y="2919207"/>
                    <a:pt x="1520262" y="1657421"/>
                    <a:pt x="1523053" y="0"/>
                  </a:cubicBezTo>
                  <a:lnTo>
                    <a:pt x="2287960" y="0"/>
                  </a:lnTo>
                  <a:cubicBezTo>
                    <a:pt x="2282098" y="1335880"/>
                    <a:pt x="2741716" y="2805948"/>
                    <a:pt x="4076269" y="3905354"/>
                  </a:cubicBezTo>
                  <a:lnTo>
                    <a:pt x="0" y="3919426"/>
                  </a:lnTo>
                  <a:close/>
                </a:path>
              </a:pathLst>
            </a:custGeom>
            <a:solidFill>
              <a:schemeClr val="accent2">
                <a:lumMod val="75000"/>
                <a:alpha val="81000"/>
              </a:schemeClr>
            </a:solidFill>
            <a:ln>
              <a:noFill/>
            </a:ln>
            <a:effectLst>
              <a:glow rad="63500">
                <a:schemeClr val="accent2">
                  <a:lumMod val="75000"/>
                  <a:alpha val="60000"/>
                </a:scheme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梯形 7">
              <a:extLst>
                <a:ext uri="{FF2B5EF4-FFF2-40B4-BE49-F238E27FC236}">
                  <a16:creationId xmlns:a16="http://schemas.microsoft.com/office/drawing/2014/main" id="{F6AF3B5C-6ADE-7495-4643-F40CD80C7264}"/>
                </a:ext>
              </a:extLst>
            </p:cNvPr>
            <p:cNvSpPr/>
            <p:nvPr/>
          </p:nvSpPr>
          <p:spPr>
            <a:xfrm rot="5400000">
              <a:off x="13320567" y="8972545"/>
              <a:ext cx="975825" cy="3537389"/>
            </a:xfrm>
            <a:custGeom>
              <a:avLst/>
              <a:gdLst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1529815"/>
                <a:gd name="connsiteY0" fmla="*/ 3912390 h 3912390"/>
                <a:gd name="connsiteX1" fmla="*/ 382454 w 1529815"/>
                <a:gd name="connsiteY1" fmla="*/ 0 h 3912390"/>
                <a:gd name="connsiteX2" fmla="*/ 1147361 w 1529815"/>
                <a:gd name="connsiteY2" fmla="*/ 0 h 3912390"/>
                <a:gd name="connsiteX3" fmla="*/ 1529815 w 1529815"/>
                <a:gd name="connsiteY3" fmla="*/ 3912390 h 3912390"/>
                <a:gd name="connsiteX4" fmla="*/ 0 w 1529815"/>
                <a:gd name="connsiteY4" fmla="*/ 3912390 h 3912390"/>
                <a:gd name="connsiteX0" fmla="*/ 0 w 2670414"/>
                <a:gd name="connsiteY0" fmla="*/ 3919426 h 3919426"/>
                <a:gd name="connsiteX1" fmla="*/ 1523053 w 2670414"/>
                <a:gd name="connsiteY1" fmla="*/ 0 h 3919426"/>
                <a:gd name="connsiteX2" fmla="*/ 2287960 w 2670414"/>
                <a:gd name="connsiteY2" fmla="*/ 0 h 3919426"/>
                <a:gd name="connsiteX3" fmla="*/ 2670414 w 2670414"/>
                <a:gd name="connsiteY3" fmla="*/ 3912390 h 3919426"/>
                <a:gd name="connsiteX4" fmla="*/ 0 w 2670414"/>
                <a:gd name="connsiteY4" fmla="*/ 3919426 h 3919426"/>
                <a:gd name="connsiteX0" fmla="*/ 0 w 4076269"/>
                <a:gd name="connsiteY0" fmla="*/ 3919426 h 3919426"/>
                <a:gd name="connsiteX1" fmla="*/ 1523053 w 4076269"/>
                <a:gd name="connsiteY1" fmla="*/ 0 h 3919426"/>
                <a:gd name="connsiteX2" fmla="*/ 2287960 w 4076269"/>
                <a:gd name="connsiteY2" fmla="*/ 0 h 3919426"/>
                <a:gd name="connsiteX3" fmla="*/ 4076269 w 4076269"/>
                <a:gd name="connsiteY3" fmla="*/ 3905354 h 3919426"/>
                <a:gd name="connsiteX4" fmla="*/ 0 w 4076269"/>
                <a:gd name="connsiteY4" fmla="*/ 3919426 h 3919426"/>
                <a:gd name="connsiteX0" fmla="*/ 0 w 4076269"/>
                <a:gd name="connsiteY0" fmla="*/ 3919426 h 3919426"/>
                <a:gd name="connsiteX1" fmla="*/ 1523053 w 4076269"/>
                <a:gd name="connsiteY1" fmla="*/ 0 h 3919426"/>
                <a:gd name="connsiteX2" fmla="*/ 2287960 w 4076269"/>
                <a:gd name="connsiteY2" fmla="*/ 0 h 3919426"/>
                <a:gd name="connsiteX3" fmla="*/ 4076269 w 4076269"/>
                <a:gd name="connsiteY3" fmla="*/ 3905354 h 3919426"/>
                <a:gd name="connsiteX4" fmla="*/ 0 w 4076269"/>
                <a:gd name="connsiteY4" fmla="*/ 3919426 h 3919426"/>
                <a:gd name="connsiteX0" fmla="*/ 0 w 4076269"/>
                <a:gd name="connsiteY0" fmla="*/ 3919426 h 3919426"/>
                <a:gd name="connsiteX1" fmla="*/ 1523053 w 4076269"/>
                <a:gd name="connsiteY1" fmla="*/ 0 h 3919426"/>
                <a:gd name="connsiteX2" fmla="*/ 2287960 w 4076269"/>
                <a:gd name="connsiteY2" fmla="*/ 0 h 3919426"/>
                <a:gd name="connsiteX3" fmla="*/ 4076269 w 4076269"/>
                <a:gd name="connsiteY3" fmla="*/ 3905354 h 3919426"/>
                <a:gd name="connsiteX4" fmla="*/ 0 w 4076269"/>
                <a:gd name="connsiteY4" fmla="*/ 3919426 h 391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6269" h="3919426">
                  <a:moveTo>
                    <a:pt x="0" y="3919426"/>
                  </a:moveTo>
                  <a:cubicBezTo>
                    <a:pt x="1096955" y="2919207"/>
                    <a:pt x="1520262" y="1657421"/>
                    <a:pt x="1523053" y="0"/>
                  </a:cubicBezTo>
                  <a:lnTo>
                    <a:pt x="2287960" y="0"/>
                  </a:lnTo>
                  <a:cubicBezTo>
                    <a:pt x="2282098" y="1335880"/>
                    <a:pt x="2741716" y="2805948"/>
                    <a:pt x="4076269" y="3905354"/>
                  </a:cubicBezTo>
                  <a:lnTo>
                    <a:pt x="0" y="3919426"/>
                  </a:lnTo>
                  <a:close/>
                </a:path>
              </a:pathLst>
            </a:custGeom>
            <a:solidFill>
              <a:schemeClr val="accent2">
                <a:lumMod val="75000"/>
                <a:alpha val="81000"/>
              </a:schemeClr>
            </a:solidFill>
            <a:ln>
              <a:noFill/>
            </a:ln>
            <a:effectLst>
              <a:glow rad="63500">
                <a:schemeClr val="accent2">
                  <a:lumMod val="75000"/>
                  <a:alpha val="60000"/>
                </a:scheme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12EDD175-BDDE-3183-A510-CA24ABB401F9}"/>
                </a:ext>
              </a:extLst>
            </p:cNvPr>
            <p:cNvSpPr/>
            <p:nvPr/>
          </p:nvSpPr>
          <p:spPr>
            <a:xfrm>
              <a:off x="15304896" y="9842484"/>
              <a:ext cx="1360284" cy="1360284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>
              <a:glow rad="254000">
                <a:srgbClr val="FFFF00">
                  <a:alpha val="85000"/>
                </a:srgbClr>
              </a:glow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F61CD19-DF43-E55C-9478-4BD6F97553E0}"/>
                </a:ext>
              </a:extLst>
            </p:cNvPr>
            <p:cNvGrpSpPr/>
            <p:nvPr/>
          </p:nvGrpSpPr>
          <p:grpSpPr>
            <a:xfrm>
              <a:off x="15524738" y="9946800"/>
              <a:ext cx="869708" cy="409477"/>
              <a:chOff x="12587424" y="5641285"/>
              <a:chExt cx="1400674" cy="659468"/>
            </a:xfrm>
          </p:grpSpPr>
          <p:sp>
            <p:nvSpPr>
              <p:cNvPr id="61" name="橢圓 60">
                <a:extLst>
                  <a:ext uri="{FF2B5EF4-FFF2-40B4-BE49-F238E27FC236}">
                    <a16:creationId xmlns:a16="http://schemas.microsoft.com/office/drawing/2014/main" id="{46A7031F-C029-6222-E95D-B2A17F7B38BD}"/>
                  </a:ext>
                </a:extLst>
              </p:cNvPr>
              <p:cNvSpPr/>
              <p:nvPr/>
            </p:nvSpPr>
            <p:spPr>
              <a:xfrm>
                <a:off x="13144500" y="5641285"/>
                <a:ext cx="428625" cy="42862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橢圓 61">
                <a:extLst>
                  <a:ext uri="{FF2B5EF4-FFF2-40B4-BE49-F238E27FC236}">
                    <a16:creationId xmlns:a16="http://schemas.microsoft.com/office/drawing/2014/main" id="{807EB4E7-53B9-84F0-1E4D-92586452D81C}"/>
                  </a:ext>
                </a:extLst>
              </p:cNvPr>
              <p:cNvSpPr/>
              <p:nvPr/>
            </p:nvSpPr>
            <p:spPr>
              <a:xfrm>
                <a:off x="13695342" y="6007997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C69A3521-7175-FD49-C15D-B8912C550BA3}"/>
                  </a:ext>
                </a:extLst>
              </p:cNvPr>
              <p:cNvSpPr/>
              <p:nvPr/>
            </p:nvSpPr>
            <p:spPr>
              <a:xfrm>
                <a:off x="12587424" y="5863862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E14AACF0-76F1-3912-5585-A6C2AEEFC147}"/>
                  </a:ext>
                </a:extLst>
              </p:cNvPr>
              <p:cNvSpPr/>
              <p:nvPr/>
            </p:nvSpPr>
            <p:spPr>
              <a:xfrm>
                <a:off x="12672733" y="5820747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橢圓 64">
                <a:extLst>
                  <a:ext uri="{FF2B5EF4-FFF2-40B4-BE49-F238E27FC236}">
                    <a16:creationId xmlns:a16="http://schemas.microsoft.com/office/drawing/2014/main" id="{781B6D3E-AD4D-0760-3392-3EF2F989D6C1}"/>
                  </a:ext>
                </a:extLst>
              </p:cNvPr>
              <p:cNvSpPr/>
              <p:nvPr/>
            </p:nvSpPr>
            <p:spPr>
              <a:xfrm>
                <a:off x="13633063" y="5956298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橢圓 65">
                <a:extLst>
                  <a:ext uri="{FF2B5EF4-FFF2-40B4-BE49-F238E27FC236}">
                    <a16:creationId xmlns:a16="http://schemas.microsoft.com/office/drawing/2014/main" id="{F8A661A9-711D-4339-D618-49BBA7415C4F}"/>
                  </a:ext>
                </a:extLst>
              </p:cNvPr>
              <p:cNvSpPr/>
              <p:nvPr/>
            </p:nvSpPr>
            <p:spPr>
              <a:xfrm>
                <a:off x="12743327" y="5791837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橢圓 66">
                <a:extLst>
                  <a:ext uri="{FF2B5EF4-FFF2-40B4-BE49-F238E27FC236}">
                    <a16:creationId xmlns:a16="http://schemas.microsoft.com/office/drawing/2014/main" id="{5E476CE1-61B1-B822-AD34-4FE045F747C0}"/>
                  </a:ext>
                </a:extLst>
              </p:cNvPr>
              <p:cNvSpPr/>
              <p:nvPr/>
            </p:nvSpPr>
            <p:spPr>
              <a:xfrm>
                <a:off x="13553118" y="5901633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DE838CD3-06D5-2D35-DCB2-970EDDE348C8}"/>
                </a:ext>
              </a:extLst>
            </p:cNvPr>
            <p:cNvGrpSpPr/>
            <p:nvPr/>
          </p:nvGrpSpPr>
          <p:grpSpPr>
            <a:xfrm rot="2736491">
              <a:off x="15300199" y="10587905"/>
              <a:ext cx="594023" cy="279678"/>
              <a:chOff x="12587424" y="5641285"/>
              <a:chExt cx="1400674" cy="659468"/>
            </a:xfrm>
          </p:grpSpPr>
          <p:sp>
            <p:nvSpPr>
              <p:cNvPr id="54" name="橢圓 53">
                <a:extLst>
                  <a:ext uri="{FF2B5EF4-FFF2-40B4-BE49-F238E27FC236}">
                    <a16:creationId xmlns:a16="http://schemas.microsoft.com/office/drawing/2014/main" id="{9FC72FB8-3FDA-51B0-3D00-CD4DDE921C60}"/>
                  </a:ext>
                </a:extLst>
              </p:cNvPr>
              <p:cNvSpPr/>
              <p:nvPr/>
            </p:nvSpPr>
            <p:spPr>
              <a:xfrm>
                <a:off x="13144500" y="5641285"/>
                <a:ext cx="428625" cy="42862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A3B69328-BE3A-5888-6553-F96805F13CFF}"/>
                  </a:ext>
                </a:extLst>
              </p:cNvPr>
              <p:cNvSpPr/>
              <p:nvPr/>
            </p:nvSpPr>
            <p:spPr>
              <a:xfrm>
                <a:off x="13695342" y="6007997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9BE8E856-FA2A-DF54-CD61-508CFBCBE886}"/>
                  </a:ext>
                </a:extLst>
              </p:cNvPr>
              <p:cNvSpPr/>
              <p:nvPr/>
            </p:nvSpPr>
            <p:spPr>
              <a:xfrm>
                <a:off x="12587424" y="5863862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橢圓 56">
                <a:extLst>
                  <a:ext uri="{FF2B5EF4-FFF2-40B4-BE49-F238E27FC236}">
                    <a16:creationId xmlns:a16="http://schemas.microsoft.com/office/drawing/2014/main" id="{4B33C279-C85F-294B-91E7-AEB408B4F0D4}"/>
                  </a:ext>
                </a:extLst>
              </p:cNvPr>
              <p:cNvSpPr/>
              <p:nvPr/>
            </p:nvSpPr>
            <p:spPr>
              <a:xfrm>
                <a:off x="12669523" y="5836547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橢圓 57">
                <a:extLst>
                  <a:ext uri="{FF2B5EF4-FFF2-40B4-BE49-F238E27FC236}">
                    <a16:creationId xmlns:a16="http://schemas.microsoft.com/office/drawing/2014/main" id="{1ED35A0F-D7B6-8F1E-1868-4523459F44AE}"/>
                  </a:ext>
                </a:extLst>
              </p:cNvPr>
              <p:cNvSpPr/>
              <p:nvPr/>
            </p:nvSpPr>
            <p:spPr>
              <a:xfrm>
                <a:off x="13633063" y="5956298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橢圓 58">
                <a:extLst>
                  <a:ext uri="{FF2B5EF4-FFF2-40B4-BE49-F238E27FC236}">
                    <a16:creationId xmlns:a16="http://schemas.microsoft.com/office/drawing/2014/main" id="{BEC0A680-E637-2B52-E875-CA640DC652E5}"/>
                  </a:ext>
                </a:extLst>
              </p:cNvPr>
              <p:cNvSpPr/>
              <p:nvPr/>
            </p:nvSpPr>
            <p:spPr>
              <a:xfrm>
                <a:off x="12743327" y="5791837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A650C5E4-A325-9C34-93C2-BE5D93B0FDB0}"/>
                  </a:ext>
                </a:extLst>
              </p:cNvPr>
              <p:cNvSpPr/>
              <p:nvPr/>
            </p:nvSpPr>
            <p:spPr>
              <a:xfrm>
                <a:off x="13553118" y="5901633"/>
                <a:ext cx="292756" cy="292756"/>
              </a:xfrm>
              <a:prstGeom prst="ellipse">
                <a:avLst/>
              </a:prstGeom>
              <a:solidFill>
                <a:schemeClr val="bg1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014C9D98-817F-FFA2-05C1-B4DFCC6DB5EB}"/>
                </a:ext>
              </a:extLst>
            </p:cNvPr>
            <p:cNvGrpSpPr/>
            <p:nvPr/>
          </p:nvGrpSpPr>
          <p:grpSpPr>
            <a:xfrm rot="11990724">
              <a:off x="15839269" y="10485274"/>
              <a:ext cx="727384" cy="357570"/>
              <a:chOff x="12616291" y="5641285"/>
              <a:chExt cx="1417464" cy="696803"/>
            </a:xfrm>
          </p:grpSpPr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58A41D14-6365-1436-9ADE-DB2C55C56010}"/>
                  </a:ext>
                </a:extLst>
              </p:cNvPr>
              <p:cNvSpPr/>
              <p:nvPr/>
            </p:nvSpPr>
            <p:spPr>
              <a:xfrm>
                <a:off x="13144500" y="5641285"/>
                <a:ext cx="428625" cy="428625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橢圓 47">
                <a:extLst>
                  <a:ext uri="{FF2B5EF4-FFF2-40B4-BE49-F238E27FC236}">
                    <a16:creationId xmlns:a16="http://schemas.microsoft.com/office/drawing/2014/main" id="{60690031-FDE8-0283-0EE2-DA5731723A7B}"/>
                  </a:ext>
                </a:extLst>
              </p:cNvPr>
              <p:cNvSpPr/>
              <p:nvPr/>
            </p:nvSpPr>
            <p:spPr>
              <a:xfrm>
                <a:off x="13578865" y="5935578"/>
                <a:ext cx="292755" cy="2927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1C6D102A-8DC1-F509-99E1-57E0C6DF17D6}"/>
                  </a:ext>
                </a:extLst>
              </p:cNvPr>
              <p:cNvSpPr/>
              <p:nvPr/>
            </p:nvSpPr>
            <p:spPr>
              <a:xfrm>
                <a:off x="12750866" y="5813327"/>
                <a:ext cx="292755" cy="292756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橢圓 49">
                <a:extLst>
                  <a:ext uri="{FF2B5EF4-FFF2-40B4-BE49-F238E27FC236}">
                    <a16:creationId xmlns:a16="http://schemas.microsoft.com/office/drawing/2014/main" id="{4AC2960F-87C9-D516-4B64-30970B2B31E8}"/>
                  </a:ext>
                </a:extLst>
              </p:cNvPr>
              <p:cNvSpPr/>
              <p:nvPr/>
            </p:nvSpPr>
            <p:spPr>
              <a:xfrm>
                <a:off x="12679128" y="5867511"/>
                <a:ext cx="292755" cy="292756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63BFBAF7-5491-6171-AF4F-3B5321CD3695}"/>
                  </a:ext>
                </a:extLst>
              </p:cNvPr>
              <p:cNvSpPr/>
              <p:nvPr/>
            </p:nvSpPr>
            <p:spPr>
              <a:xfrm>
                <a:off x="13654713" y="5986463"/>
                <a:ext cx="292755" cy="292756"/>
              </a:xfrm>
              <a:prstGeom prst="ellips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橢圓 51">
                <a:extLst>
                  <a:ext uri="{FF2B5EF4-FFF2-40B4-BE49-F238E27FC236}">
                    <a16:creationId xmlns:a16="http://schemas.microsoft.com/office/drawing/2014/main" id="{28DEFB7F-542B-4959-CE65-9C8218D054BE}"/>
                  </a:ext>
                </a:extLst>
              </p:cNvPr>
              <p:cNvSpPr/>
              <p:nvPr/>
            </p:nvSpPr>
            <p:spPr>
              <a:xfrm>
                <a:off x="12616291" y="5920601"/>
                <a:ext cx="292755" cy="292756"/>
              </a:xfrm>
              <a:prstGeom prst="ellipse">
                <a:avLst/>
              </a:prstGeom>
              <a:solidFill>
                <a:schemeClr val="bg1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F132C126-FC72-F870-56C6-262390183621}"/>
                  </a:ext>
                </a:extLst>
              </p:cNvPr>
              <p:cNvSpPr/>
              <p:nvPr/>
            </p:nvSpPr>
            <p:spPr>
              <a:xfrm>
                <a:off x="13741000" y="6045332"/>
                <a:ext cx="292755" cy="292756"/>
              </a:xfrm>
              <a:prstGeom prst="ellipse">
                <a:avLst/>
              </a:prstGeom>
              <a:solidFill>
                <a:schemeClr val="bg1">
                  <a:lumMod val="50000"/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84799839-B849-2969-9997-9DEC808D638A}"/>
                </a:ext>
              </a:extLst>
            </p:cNvPr>
            <p:cNvSpPr txBox="1"/>
            <p:nvPr/>
          </p:nvSpPr>
          <p:spPr>
            <a:xfrm>
              <a:off x="12343351" y="11442198"/>
              <a:ext cx="2690660" cy="558614"/>
            </a:xfrm>
            <a:prstGeom prst="rect">
              <a:avLst/>
            </a:prstGeom>
            <a:noFill/>
            <a:scene3d>
              <a:camera prst="orthographicFront">
                <a:rot lat="2046000" lon="2208000" rev="21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Input spectrum</a:t>
              </a: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D5C08FE1-5F03-4AA9-8948-C00A04DD85ED}"/>
                </a:ext>
              </a:extLst>
            </p:cNvPr>
            <p:cNvSpPr txBox="1"/>
            <p:nvPr/>
          </p:nvSpPr>
          <p:spPr>
            <a:xfrm>
              <a:off x="16380839" y="11705247"/>
              <a:ext cx="2989363" cy="558614"/>
            </a:xfrm>
            <a:prstGeom prst="rect">
              <a:avLst/>
            </a:prstGeom>
            <a:noFill/>
            <a:scene3d>
              <a:camera prst="orthographicFront">
                <a:rot lat="2046000" lon="2208000" rev="21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Output spectrum</a:t>
              </a:r>
            </a:p>
          </p:txBody>
        </p:sp>
        <p:sp>
          <p:nvSpPr>
            <p:cNvPr id="18" name="手繪多邊形: 圖案 17">
              <a:extLst>
                <a:ext uri="{FF2B5EF4-FFF2-40B4-BE49-F238E27FC236}">
                  <a16:creationId xmlns:a16="http://schemas.microsoft.com/office/drawing/2014/main" id="{E627DCC6-3C81-B604-6E7F-D24DE390C35E}"/>
                </a:ext>
              </a:extLst>
            </p:cNvPr>
            <p:cNvSpPr/>
            <p:nvPr/>
          </p:nvSpPr>
          <p:spPr>
            <a:xfrm>
              <a:off x="14060808" y="9605352"/>
              <a:ext cx="516555" cy="1055973"/>
            </a:xfrm>
            <a:custGeom>
              <a:avLst/>
              <a:gdLst>
                <a:gd name="connsiteX0" fmla="*/ 479302 w 954945"/>
                <a:gd name="connsiteY0" fmla="*/ 126 h 747937"/>
                <a:gd name="connsiteX1" fmla="*/ 954945 w 954945"/>
                <a:gd name="connsiteY1" fmla="*/ 747937 h 747937"/>
                <a:gd name="connsiteX2" fmla="*/ 0 w 954945"/>
                <a:gd name="connsiteY2" fmla="*/ 747937 h 747937"/>
                <a:gd name="connsiteX3" fmla="*/ 479302 w 954945"/>
                <a:gd name="connsiteY3" fmla="*/ 126 h 74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945" h="747937">
                  <a:moveTo>
                    <a:pt x="479302" y="126"/>
                  </a:moveTo>
                  <a:cubicBezTo>
                    <a:pt x="623745" y="-10760"/>
                    <a:pt x="643033" y="686380"/>
                    <a:pt x="954945" y="747937"/>
                  </a:cubicBezTo>
                  <a:lnTo>
                    <a:pt x="0" y="747937"/>
                  </a:lnTo>
                  <a:cubicBezTo>
                    <a:pt x="306424" y="704619"/>
                    <a:pt x="328619" y="11482"/>
                    <a:pt x="479302" y="126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40000"/>
              </a:schemeClr>
            </a:solidFill>
            <a:ln>
              <a:noFill/>
            </a:ln>
            <a:effectLst>
              <a:glow rad="63500">
                <a:schemeClr val="accent2">
                  <a:lumMod val="75000"/>
                  <a:alpha val="60000"/>
                </a:scheme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0205B4BA-0C3F-2463-7BA3-2C0C7E043144}"/>
                </a:ext>
              </a:extLst>
            </p:cNvPr>
            <p:cNvCxnSpPr>
              <a:cxnSpLocks/>
            </p:cNvCxnSpPr>
            <p:nvPr/>
          </p:nvCxnSpPr>
          <p:spPr>
            <a:xfrm>
              <a:off x="14789572" y="9836451"/>
              <a:ext cx="442090" cy="0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手繪多邊形: 圖案 19">
              <a:extLst>
                <a:ext uri="{FF2B5EF4-FFF2-40B4-BE49-F238E27FC236}">
                  <a16:creationId xmlns:a16="http://schemas.microsoft.com/office/drawing/2014/main" id="{B8964A71-0932-BC0B-A041-C29A7CE60B3E}"/>
                </a:ext>
              </a:extLst>
            </p:cNvPr>
            <p:cNvSpPr/>
            <p:nvPr/>
          </p:nvSpPr>
          <p:spPr>
            <a:xfrm>
              <a:off x="14517456" y="9311933"/>
              <a:ext cx="516555" cy="1055973"/>
            </a:xfrm>
            <a:custGeom>
              <a:avLst/>
              <a:gdLst>
                <a:gd name="connsiteX0" fmla="*/ 479302 w 954945"/>
                <a:gd name="connsiteY0" fmla="*/ 126 h 747937"/>
                <a:gd name="connsiteX1" fmla="*/ 954945 w 954945"/>
                <a:gd name="connsiteY1" fmla="*/ 747937 h 747937"/>
                <a:gd name="connsiteX2" fmla="*/ 0 w 954945"/>
                <a:gd name="connsiteY2" fmla="*/ 747937 h 747937"/>
                <a:gd name="connsiteX3" fmla="*/ 479302 w 954945"/>
                <a:gd name="connsiteY3" fmla="*/ 126 h 74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945" h="747937">
                  <a:moveTo>
                    <a:pt x="479302" y="126"/>
                  </a:moveTo>
                  <a:cubicBezTo>
                    <a:pt x="623745" y="-10760"/>
                    <a:pt x="643033" y="686380"/>
                    <a:pt x="954945" y="747937"/>
                  </a:cubicBezTo>
                  <a:lnTo>
                    <a:pt x="0" y="747937"/>
                  </a:lnTo>
                  <a:cubicBezTo>
                    <a:pt x="306424" y="704619"/>
                    <a:pt x="328619" y="11482"/>
                    <a:pt x="479302" y="126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glow rad="63500">
                <a:srgbClr val="FFC000">
                  <a:alpha val="60000"/>
                </a:srgb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: 圖案 20">
              <a:extLst>
                <a:ext uri="{FF2B5EF4-FFF2-40B4-BE49-F238E27FC236}">
                  <a16:creationId xmlns:a16="http://schemas.microsoft.com/office/drawing/2014/main" id="{F879D186-D62F-8302-6100-CDD0D92F2055}"/>
                </a:ext>
              </a:extLst>
            </p:cNvPr>
            <p:cNvSpPr/>
            <p:nvPr/>
          </p:nvSpPr>
          <p:spPr>
            <a:xfrm>
              <a:off x="12988748" y="10947823"/>
              <a:ext cx="1575077" cy="696353"/>
            </a:xfrm>
            <a:custGeom>
              <a:avLst/>
              <a:gdLst>
                <a:gd name="connsiteX0" fmla="*/ 479302 w 954945"/>
                <a:gd name="connsiteY0" fmla="*/ 126 h 747937"/>
                <a:gd name="connsiteX1" fmla="*/ 954945 w 954945"/>
                <a:gd name="connsiteY1" fmla="*/ 747937 h 747937"/>
                <a:gd name="connsiteX2" fmla="*/ 0 w 954945"/>
                <a:gd name="connsiteY2" fmla="*/ 747937 h 747937"/>
                <a:gd name="connsiteX3" fmla="*/ 479302 w 954945"/>
                <a:gd name="connsiteY3" fmla="*/ 126 h 74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945" h="747937">
                  <a:moveTo>
                    <a:pt x="479302" y="126"/>
                  </a:moveTo>
                  <a:cubicBezTo>
                    <a:pt x="623745" y="-10760"/>
                    <a:pt x="643033" y="686380"/>
                    <a:pt x="954945" y="747937"/>
                  </a:cubicBezTo>
                  <a:lnTo>
                    <a:pt x="0" y="747937"/>
                  </a:lnTo>
                  <a:cubicBezTo>
                    <a:pt x="306424" y="704619"/>
                    <a:pt x="328619" y="11482"/>
                    <a:pt x="479302" y="126"/>
                  </a:cubicBezTo>
                  <a:close/>
                </a:path>
              </a:pathLst>
            </a:custGeom>
            <a:gradFill flip="none" rotWithShape="1">
              <a:gsLst>
                <a:gs pos="11000">
                  <a:srgbClr val="7030A0"/>
                </a:gs>
                <a:gs pos="26000">
                  <a:srgbClr val="0070C0"/>
                </a:gs>
                <a:gs pos="41000">
                  <a:srgbClr val="00B050"/>
                </a:gs>
                <a:gs pos="59000">
                  <a:srgbClr val="FFFF00"/>
                </a:gs>
                <a:gs pos="78000">
                  <a:srgbClr val="FFC000"/>
                </a:gs>
                <a:gs pos="88000">
                  <a:srgbClr val="FF0000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2043043" lon="2210153" rev="207542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: 圖案 21">
              <a:extLst>
                <a:ext uri="{FF2B5EF4-FFF2-40B4-BE49-F238E27FC236}">
                  <a16:creationId xmlns:a16="http://schemas.microsoft.com/office/drawing/2014/main" id="{2D32E663-124D-1EBB-6FDC-300F1DF2B03C}"/>
                </a:ext>
              </a:extLst>
            </p:cNvPr>
            <p:cNvSpPr/>
            <p:nvPr/>
          </p:nvSpPr>
          <p:spPr>
            <a:xfrm>
              <a:off x="13195585" y="9605352"/>
              <a:ext cx="516555" cy="1055973"/>
            </a:xfrm>
            <a:custGeom>
              <a:avLst/>
              <a:gdLst>
                <a:gd name="connsiteX0" fmla="*/ 479302 w 954945"/>
                <a:gd name="connsiteY0" fmla="*/ 126 h 747937"/>
                <a:gd name="connsiteX1" fmla="*/ 954945 w 954945"/>
                <a:gd name="connsiteY1" fmla="*/ 747937 h 747937"/>
                <a:gd name="connsiteX2" fmla="*/ 0 w 954945"/>
                <a:gd name="connsiteY2" fmla="*/ 747937 h 747937"/>
                <a:gd name="connsiteX3" fmla="*/ 479302 w 954945"/>
                <a:gd name="connsiteY3" fmla="*/ 126 h 74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945" h="747937">
                  <a:moveTo>
                    <a:pt x="479302" y="126"/>
                  </a:moveTo>
                  <a:cubicBezTo>
                    <a:pt x="623745" y="-10760"/>
                    <a:pt x="643033" y="686380"/>
                    <a:pt x="954945" y="747937"/>
                  </a:cubicBezTo>
                  <a:lnTo>
                    <a:pt x="0" y="747937"/>
                  </a:lnTo>
                  <a:cubicBezTo>
                    <a:pt x="306424" y="704619"/>
                    <a:pt x="328619" y="11482"/>
                    <a:pt x="479302" y="126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60000"/>
              </a:schemeClr>
            </a:solidFill>
            <a:ln>
              <a:noFill/>
            </a:ln>
            <a:effectLst>
              <a:glow rad="63500">
                <a:schemeClr val="accent2">
                  <a:lumMod val="75000"/>
                  <a:alpha val="60000"/>
                </a:scheme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手繪多邊形: 圖案 22">
              <a:extLst>
                <a:ext uri="{FF2B5EF4-FFF2-40B4-BE49-F238E27FC236}">
                  <a16:creationId xmlns:a16="http://schemas.microsoft.com/office/drawing/2014/main" id="{DC49A9FA-BEE9-6167-6A99-685498FB504B}"/>
                </a:ext>
              </a:extLst>
            </p:cNvPr>
            <p:cNvSpPr/>
            <p:nvPr/>
          </p:nvSpPr>
          <p:spPr>
            <a:xfrm>
              <a:off x="12330363" y="9605352"/>
              <a:ext cx="516555" cy="1055973"/>
            </a:xfrm>
            <a:custGeom>
              <a:avLst/>
              <a:gdLst>
                <a:gd name="connsiteX0" fmla="*/ 479302 w 954945"/>
                <a:gd name="connsiteY0" fmla="*/ 126 h 747937"/>
                <a:gd name="connsiteX1" fmla="*/ 954945 w 954945"/>
                <a:gd name="connsiteY1" fmla="*/ 747937 h 747937"/>
                <a:gd name="connsiteX2" fmla="*/ 0 w 954945"/>
                <a:gd name="connsiteY2" fmla="*/ 747937 h 747937"/>
                <a:gd name="connsiteX3" fmla="*/ 479302 w 954945"/>
                <a:gd name="connsiteY3" fmla="*/ 126 h 74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945" h="747937">
                  <a:moveTo>
                    <a:pt x="479302" y="126"/>
                  </a:moveTo>
                  <a:cubicBezTo>
                    <a:pt x="623745" y="-10760"/>
                    <a:pt x="643033" y="686380"/>
                    <a:pt x="954945" y="747937"/>
                  </a:cubicBezTo>
                  <a:lnTo>
                    <a:pt x="0" y="747937"/>
                  </a:lnTo>
                  <a:cubicBezTo>
                    <a:pt x="306424" y="704619"/>
                    <a:pt x="328619" y="11482"/>
                    <a:pt x="479302" y="12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glow rad="63500">
                <a:schemeClr val="accent2">
                  <a:lumMod val="75000"/>
                  <a:alpha val="60000"/>
                </a:scheme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8DB97E5F-5F9C-8BA9-8011-3017A2C1AD0F}"/>
                </a:ext>
              </a:extLst>
            </p:cNvPr>
            <p:cNvCxnSpPr>
              <a:cxnSpLocks/>
            </p:cNvCxnSpPr>
            <p:nvPr/>
          </p:nvCxnSpPr>
          <p:spPr>
            <a:xfrm>
              <a:off x="13452460" y="10040281"/>
              <a:ext cx="442090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  <a:alpha val="6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>
              <a:extLst>
                <a:ext uri="{FF2B5EF4-FFF2-40B4-BE49-F238E27FC236}">
                  <a16:creationId xmlns:a16="http://schemas.microsoft.com/office/drawing/2014/main" id="{3AE5D7D4-6502-ECAB-DC68-16BE535EA03B}"/>
                </a:ext>
              </a:extLst>
            </p:cNvPr>
            <p:cNvCxnSpPr>
              <a:cxnSpLocks/>
            </p:cNvCxnSpPr>
            <p:nvPr/>
          </p:nvCxnSpPr>
          <p:spPr>
            <a:xfrm>
              <a:off x="14328305" y="9081826"/>
              <a:ext cx="43476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triangle" w="lg" len="med"/>
              <a:tailEnd type="triangle" w="lg" len="med"/>
            </a:ln>
            <a:effectLst>
              <a:glow rad="101600">
                <a:schemeClr val="bg1">
                  <a:alpha val="6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681276EC-0714-50EE-B433-0E37EBC778F3}"/>
                </a:ext>
              </a:extLst>
            </p:cNvPr>
            <p:cNvCxnSpPr>
              <a:cxnSpLocks/>
            </p:cNvCxnSpPr>
            <p:nvPr/>
          </p:nvCxnSpPr>
          <p:spPr>
            <a:xfrm>
              <a:off x="13453863" y="9272644"/>
              <a:ext cx="13020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triangle" w="lg" len="med"/>
              <a:tailEnd type="triangle" w="lg" len="med"/>
            </a:ln>
            <a:effectLst>
              <a:glow rad="101600">
                <a:schemeClr val="bg1">
                  <a:alpha val="6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>
              <a:extLst>
                <a:ext uri="{FF2B5EF4-FFF2-40B4-BE49-F238E27FC236}">
                  <a16:creationId xmlns:a16="http://schemas.microsoft.com/office/drawing/2014/main" id="{2C4982FB-1F00-8785-2F65-5135BF31AD68}"/>
                </a:ext>
              </a:extLst>
            </p:cNvPr>
            <p:cNvCxnSpPr>
              <a:cxnSpLocks/>
            </p:cNvCxnSpPr>
            <p:nvPr/>
          </p:nvCxnSpPr>
          <p:spPr>
            <a:xfrm>
              <a:off x="12588640" y="9462442"/>
              <a:ext cx="216731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triangle" w="lg" len="med"/>
              <a:tailEnd type="triangle" w="lg" len="med"/>
            </a:ln>
            <a:effectLst>
              <a:glow rad="101600">
                <a:schemeClr val="bg1">
                  <a:alpha val="6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B2304041-1D7B-27E5-405C-FFC86ECE2639}"/>
                </a:ext>
              </a:extLst>
            </p:cNvPr>
            <p:cNvSpPr txBox="1"/>
            <p:nvPr/>
          </p:nvSpPr>
          <p:spPr>
            <a:xfrm>
              <a:off x="14318665" y="8609110"/>
              <a:ext cx="440684" cy="44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TW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τ</a:t>
              </a:r>
              <a:r>
                <a:rPr lang="en-US" altLang="zh-TW" baseline="-250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1</a:t>
              </a:r>
              <a:endParaRPr lang="zh-TW" altLang="en-US" baseline="-25000" dirty="0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6B4BB997-0AF3-E1C6-1011-02BE625880A7}"/>
                </a:ext>
              </a:extLst>
            </p:cNvPr>
            <p:cNvSpPr txBox="1"/>
            <p:nvPr/>
          </p:nvSpPr>
          <p:spPr>
            <a:xfrm>
              <a:off x="13502884" y="8824516"/>
              <a:ext cx="440684" cy="44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TW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τ</a:t>
              </a:r>
              <a:r>
                <a:rPr lang="en-US" altLang="zh-TW" baseline="-250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2</a:t>
              </a:r>
              <a:endParaRPr lang="zh-TW" altLang="en-US" baseline="-25000" dirty="0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3AA5F5FF-10A8-5ACC-0A17-F0D303344103}"/>
                </a:ext>
              </a:extLst>
            </p:cNvPr>
            <p:cNvSpPr txBox="1"/>
            <p:nvPr/>
          </p:nvSpPr>
          <p:spPr>
            <a:xfrm>
              <a:off x="12686683" y="9011130"/>
              <a:ext cx="440684" cy="44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TW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τ</a:t>
              </a:r>
              <a:r>
                <a:rPr lang="en-US" altLang="zh-TW" baseline="-250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3</a:t>
              </a:r>
              <a:endParaRPr lang="zh-TW" altLang="en-US" baseline="-25000" dirty="0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AB7886AE-82D9-A212-F6DA-D8367BB88126}"/>
                </a:ext>
              </a:extLst>
            </p:cNvPr>
            <p:cNvCxnSpPr>
              <a:cxnSpLocks/>
            </p:cNvCxnSpPr>
            <p:nvPr/>
          </p:nvCxnSpPr>
          <p:spPr>
            <a:xfrm>
              <a:off x="14317591" y="10040281"/>
              <a:ext cx="442090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  <a:alpha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870E5965-98BD-0B69-DC08-3AE0E63AA1E6}"/>
                </a:ext>
              </a:extLst>
            </p:cNvPr>
            <p:cNvCxnSpPr>
              <a:cxnSpLocks/>
            </p:cNvCxnSpPr>
            <p:nvPr/>
          </p:nvCxnSpPr>
          <p:spPr>
            <a:xfrm>
              <a:off x="12586477" y="10037402"/>
              <a:ext cx="442090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手繪多邊形: 圖案 32">
              <a:extLst>
                <a:ext uri="{FF2B5EF4-FFF2-40B4-BE49-F238E27FC236}">
                  <a16:creationId xmlns:a16="http://schemas.microsoft.com/office/drawing/2014/main" id="{A88691F3-07BE-67B9-7CB2-7EED1398D820}"/>
                </a:ext>
              </a:extLst>
            </p:cNvPr>
            <p:cNvSpPr/>
            <p:nvPr/>
          </p:nvSpPr>
          <p:spPr>
            <a:xfrm>
              <a:off x="19005505" y="9630767"/>
              <a:ext cx="516555" cy="1055973"/>
            </a:xfrm>
            <a:custGeom>
              <a:avLst/>
              <a:gdLst>
                <a:gd name="connsiteX0" fmla="*/ 479302 w 954945"/>
                <a:gd name="connsiteY0" fmla="*/ 126 h 747937"/>
                <a:gd name="connsiteX1" fmla="*/ 954945 w 954945"/>
                <a:gd name="connsiteY1" fmla="*/ 747937 h 747937"/>
                <a:gd name="connsiteX2" fmla="*/ 0 w 954945"/>
                <a:gd name="connsiteY2" fmla="*/ 747937 h 747937"/>
                <a:gd name="connsiteX3" fmla="*/ 479302 w 954945"/>
                <a:gd name="connsiteY3" fmla="*/ 126 h 74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945" h="747937">
                  <a:moveTo>
                    <a:pt x="479302" y="126"/>
                  </a:moveTo>
                  <a:cubicBezTo>
                    <a:pt x="623745" y="-10760"/>
                    <a:pt x="643033" y="686380"/>
                    <a:pt x="954945" y="747937"/>
                  </a:cubicBezTo>
                  <a:lnTo>
                    <a:pt x="0" y="747937"/>
                  </a:lnTo>
                  <a:cubicBezTo>
                    <a:pt x="306424" y="704619"/>
                    <a:pt x="328619" y="11482"/>
                    <a:pt x="479302" y="126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40000"/>
              </a:schemeClr>
            </a:solidFill>
            <a:ln>
              <a:noFill/>
            </a:ln>
            <a:effectLst>
              <a:glow rad="63500">
                <a:schemeClr val="accent2">
                  <a:lumMod val="75000"/>
                  <a:alpha val="60000"/>
                </a:scheme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手繪多邊形: 圖案 33">
              <a:extLst>
                <a:ext uri="{FF2B5EF4-FFF2-40B4-BE49-F238E27FC236}">
                  <a16:creationId xmlns:a16="http://schemas.microsoft.com/office/drawing/2014/main" id="{C58F7626-8957-BBF0-B660-240366BC6887}"/>
                </a:ext>
              </a:extLst>
            </p:cNvPr>
            <p:cNvSpPr/>
            <p:nvPr/>
          </p:nvSpPr>
          <p:spPr>
            <a:xfrm>
              <a:off x="18140282" y="9630767"/>
              <a:ext cx="516555" cy="1055973"/>
            </a:xfrm>
            <a:custGeom>
              <a:avLst/>
              <a:gdLst>
                <a:gd name="connsiteX0" fmla="*/ 479302 w 954945"/>
                <a:gd name="connsiteY0" fmla="*/ 126 h 747937"/>
                <a:gd name="connsiteX1" fmla="*/ 954945 w 954945"/>
                <a:gd name="connsiteY1" fmla="*/ 747937 h 747937"/>
                <a:gd name="connsiteX2" fmla="*/ 0 w 954945"/>
                <a:gd name="connsiteY2" fmla="*/ 747937 h 747937"/>
                <a:gd name="connsiteX3" fmla="*/ 479302 w 954945"/>
                <a:gd name="connsiteY3" fmla="*/ 126 h 74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945" h="747937">
                  <a:moveTo>
                    <a:pt x="479302" y="126"/>
                  </a:moveTo>
                  <a:cubicBezTo>
                    <a:pt x="623745" y="-10760"/>
                    <a:pt x="643033" y="686380"/>
                    <a:pt x="954945" y="747937"/>
                  </a:cubicBezTo>
                  <a:lnTo>
                    <a:pt x="0" y="747937"/>
                  </a:lnTo>
                  <a:cubicBezTo>
                    <a:pt x="306424" y="704619"/>
                    <a:pt x="328619" y="11482"/>
                    <a:pt x="479302" y="126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60000"/>
              </a:schemeClr>
            </a:solidFill>
            <a:ln>
              <a:noFill/>
            </a:ln>
            <a:effectLst>
              <a:glow rad="63500">
                <a:schemeClr val="accent2">
                  <a:lumMod val="75000"/>
                  <a:alpha val="60000"/>
                </a:scheme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手繪多邊形: 圖案 34">
              <a:extLst>
                <a:ext uri="{FF2B5EF4-FFF2-40B4-BE49-F238E27FC236}">
                  <a16:creationId xmlns:a16="http://schemas.microsoft.com/office/drawing/2014/main" id="{3957EB62-3043-17DF-B2CC-D65380F7D7B6}"/>
                </a:ext>
              </a:extLst>
            </p:cNvPr>
            <p:cNvSpPr/>
            <p:nvPr/>
          </p:nvSpPr>
          <p:spPr>
            <a:xfrm>
              <a:off x="17275060" y="9630767"/>
              <a:ext cx="516555" cy="1055973"/>
            </a:xfrm>
            <a:custGeom>
              <a:avLst/>
              <a:gdLst>
                <a:gd name="connsiteX0" fmla="*/ 479302 w 954945"/>
                <a:gd name="connsiteY0" fmla="*/ 126 h 747937"/>
                <a:gd name="connsiteX1" fmla="*/ 954945 w 954945"/>
                <a:gd name="connsiteY1" fmla="*/ 747937 h 747937"/>
                <a:gd name="connsiteX2" fmla="*/ 0 w 954945"/>
                <a:gd name="connsiteY2" fmla="*/ 747937 h 747937"/>
                <a:gd name="connsiteX3" fmla="*/ 479302 w 954945"/>
                <a:gd name="connsiteY3" fmla="*/ 126 h 74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4945" h="747937">
                  <a:moveTo>
                    <a:pt x="479302" y="126"/>
                  </a:moveTo>
                  <a:cubicBezTo>
                    <a:pt x="623745" y="-10760"/>
                    <a:pt x="643033" y="686380"/>
                    <a:pt x="954945" y="747937"/>
                  </a:cubicBezTo>
                  <a:lnTo>
                    <a:pt x="0" y="747937"/>
                  </a:lnTo>
                  <a:cubicBezTo>
                    <a:pt x="306424" y="704619"/>
                    <a:pt x="328619" y="11482"/>
                    <a:pt x="479302" y="12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glow rad="63500">
                <a:schemeClr val="accent2">
                  <a:lumMod val="75000"/>
                  <a:alpha val="60000"/>
                </a:schemeClr>
              </a:glow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8DD98B39-593E-D74B-9220-EA6DC9C913CA}"/>
                </a:ext>
              </a:extLst>
            </p:cNvPr>
            <p:cNvCxnSpPr>
              <a:cxnSpLocks/>
            </p:cNvCxnSpPr>
            <p:nvPr/>
          </p:nvCxnSpPr>
          <p:spPr>
            <a:xfrm>
              <a:off x="18397157" y="10065695"/>
              <a:ext cx="442090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  <a:alpha val="6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>
              <a:extLst>
                <a:ext uri="{FF2B5EF4-FFF2-40B4-BE49-F238E27FC236}">
                  <a16:creationId xmlns:a16="http://schemas.microsoft.com/office/drawing/2014/main" id="{DFBC00F1-3FC9-7DFB-CE2A-7C8DA79FA0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62288" y="10065695"/>
              <a:ext cx="442090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  <a:alpha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D75CAE46-149A-F430-903A-AACBD8B3E53A}"/>
                </a:ext>
              </a:extLst>
            </p:cNvPr>
            <p:cNvCxnSpPr>
              <a:cxnSpLocks/>
            </p:cNvCxnSpPr>
            <p:nvPr/>
          </p:nvCxnSpPr>
          <p:spPr>
            <a:xfrm>
              <a:off x="17531174" y="10062817"/>
              <a:ext cx="442090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手繪多邊形: 圖案 38">
              <a:extLst>
                <a:ext uri="{FF2B5EF4-FFF2-40B4-BE49-F238E27FC236}">
                  <a16:creationId xmlns:a16="http://schemas.microsoft.com/office/drawing/2014/main" id="{D2A922F6-2C9A-3581-92D6-4B11FA91B559}"/>
                </a:ext>
              </a:extLst>
            </p:cNvPr>
            <p:cNvSpPr/>
            <p:nvPr/>
          </p:nvSpPr>
          <p:spPr>
            <a:xfrm>
              <a:off x="18582664" y="10975709"/>
              <a:ext cx="1575077" cy="696353"/>
            </a:xfrm>
            <a:custGeom>
              <a:avLst/>
              <a:gdLst>
                <a:gd name="connsiteX0" fmla="*/ 790556 w 1575077"/>
                <a:gd name="connsiteY0" fmla="*/ 117 h 696353"/>
                <a:gd name="connsiteX1" fmla="*/ 1575077 w 1575077"/>
                <a:gd name="connsiteY1" fmla="*/ 696353 h 696353"/>
                <a:gd name="connsiteX2" fmla="*/ 0 w 1575077"/>
                <a:gd name="connsiteY2" fmla="*/ 696353 h 696353"/>
                <a:gd name="connsiteX3" fmla="*/ 406711 w 1575077"/>
                <a:gd name="connsiteY3" fmla="*/ 461124 h 696353"/>
                <a:gd name="connsiteX4" fmla="*/ 481835 w 1575077"/>
                <a:gd name="connsiteY4" fmla="*/ 351355 h 696353"/>
                <a:gd name="connsiteX5" fmla="*/ 486256 w 1575077"/>
                <a:gd name="connsiteY5" fmla="*/ 392277 h 696353"/>
                <a:gd name="connsiteX6" fmla="*/ 524212 w 1575077"/>
                <a:gd name="connsiteY6" fmla="*/ 555980 h 696353"/>
                <a:gd name="connsiteX7" fmla="*/ 576639 w 1575077"/>
                <a:gd name="connsiteY7" fmla="*/ 250523 h 696353"/>
                <a:gd name="connsiteX8" fmla="*/ 582762 w 1575077"/>
                <a:gd name="connsiteY8" fmla="*/ 184498 h 696353"/>
                <a:gd name="connsiteX9" fmla="*/ 598868 w 1575077"/>
                <a:gd name="connsiteY9" fmla="*/ 158159 h 696353"/>
                <a:gd name="connsiteX10" fmla="*/ 790556 w 1575077"/>
                <a:gd name="connsiteY10" fmla="*/ 117 h 69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5077" h="696353">
                  <a:moveTo>
                    <a:pt x="790556" y="117"/>
                  </a:moveTo>
                  <a:cubicBezTo>
                    <a:pt x="1028799" y="-10018"/>
                    <a:pt x="1060612" y="639042"/>
                    <a:pt x="1575077" y="696353"/>
                  </a:cubicBezTo>
                  <a:lnTo>
                    <a:pt x="0" y="696353"/>
                  </a:lnTo>
                  <a:cubicBezTo>
                    <a:pt x="189530" y="681229"/>
                    <a:pt x="313134" y="581027"/>
                    <a:pt x="406711" y="461124"/>
                  </a:cubicBezTo>
                  <a:lnTo>
                    <a:pt x="481835" y="351355"/>
                  </a:lnTo>
                  <a:lnTo>
                    <a:pt x="486256" y="392277"/>
                  </a:lnTo>
                  <a:cubicBezTo>
                    <a:pt x="497423" y="487564"/>
                    <a:pt x="509220" y="551958"/>
                    <a:pt x="524212" y="555980"/>
                  </a:cubicBezTo>
                  <a:cubicBezTo>
                    <a:pt x="545770" y="561764"/>
                    <a:pt x="560323" y="426483"/>
                    <a:pt x="576639" y="250523"/>
                  </a:cubicBezTo>
                  <a:lnTo>
                    <a:pt x="582762" y="184498"/>
                  </a:lnTo>
                  <a:lnTo>
                    <a:pt x="598868" y="158159"/>
                  </a:lnTo>
                  <a:cubicBezTo>
                    <a:pt x="655918" y="68713"/>
                    <a:pt x="712889" y="3421"/>
                    <a:pt x="790556" y="117"/>
                  </a:cubicBezTo>
                  <a:close/>
                </a:path>
              </a:pathLst>
            </a:custGeom>
            <a:gradFill flip="none" rotWithShape="1">
              <a:gsLst>
                <a:gs pos="11000">
                  <a:srgbClr val="7030A0"/>
                </a:gs>
                <a:gs pos="26000">
                  <a:srgbClr val="0070C0"/>
                </a:gs>
                <a:gs pos="41000">
                  <a:srgbClr val="00B050"/>
                </a:gs>
                <a:gs pos="59000">
                  <a:srgbClr val="FFFF00"/>
                </a:gs>
                <a:gs pos="78000">
                  <a:srgbClr val="FFC000"/>
                </a:gs>
                <a:gs pos="88000">
                  <a:srgbClr val="FF0000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2043043" lon="2210153" rev="207542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0" name="手繪多邊形: 圖案 39">
              <a:extLst>
                <a:ext uri="{FF2B5EF4-FFF2-40B4-BE49-F238E27FC236}">
                  <a16:creationId xmlns:a16="http://schemas.microsoft.com/office/drawing/2014/main" id="{6E535AF6-184E-897E-BD3A-07F6312725F8}"/>
                </a:ext>
              </a:extLst>
            </p:cNvPr>
            <p:cNvSpPr/>
            <p:nvPr/>
          </p:nvSpPr>
          <p:spPr>
            <a:xfrm>
              <a:off x="17663352" y="10977112"/>
              <a:ext cx="1575077" cy="693547"/>
            </a:xfrm>
            <a:custGeom>
              <a:avLst/>
              <a:gdLst>
                <a:gd name="connsiteX0" fmla="*/ 811225 w 1575077"/>
                <a:gd name="connsiteY0" fmla="*/ 0 h 693547"/>
                <a:gd name="connsiteX1" fmla="*/ 832977 w 1575077"/>
                <a:gd name="connsiteY1" fmla="*/ 2830 h 693547"/>
                <a:gd name="connsiteX2" fmla="*/ 1575077 w 1575077"/>
                <a:gd name="connsiteY2" fmla="*/ 693547 h 693547"/>
                <a:gd name="connsiteX3" fmla="*/ 0 w 1575077"/>
                <a:gd name="connsiteY3" fmla="*/ 693547 h 693547"/>
                <a:gd name="connsiteX4" fmla="*/ 633255 w 1575077"/>
                <a:gd name="connsiteY4" fmla="*/ 104887 h 693547"/>
                <a:gd name="connsiteX5" fmla="*/ 648721 w 1575077"/>
                <a:gd name="connsiteY5" fmla="*/ 86147 h 693547"/>
                <a:gd name="connsiteX6" fmla="*/ 653367 w 1575077"/>
                <a:gd name="connsiteY6" fmla="*/ 128964 h 693547"/>
                <a:gd name="connsiteX7" fmla="*/ 725503 w 1575077"/>
                <a:gd name="connsiteY7" fmla="*/ 641731 h 693547"/>
                <a:gd name="connsiteX8" fmla="*/ 795159 w 1575077"/>
                <a:gd name="connsiteY8" fmla="*/ 150472 h 69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75077" h="693547">
                  <a:moveTo>
                    <a:pt x="811225" y="0"/>
                  </a:moveTo>
                  <a:lnTo>
                    <a:pt x="832977" y="2830"/>
                  </a:lnTo>
                  <a:cubicBezTo>
                    <a:pt x="1034661" y="65997"/>
                    <a:pt x="1092767" y="639817"/>
                    <a:pt x="1575077" y="693547"/>
                  </a:cubicBezTo>
                  <a:lnTo>
                    <a:pt x="0" y="693547"/>
                  </a:lnTo>
                  <a:cubicBezTo>
                    <a:pt x="379059" y="663300"/>
                    <a:pt x="494417" y="292738"/>
                    <a:pt x="633255" y="104887"/>
                  </a:cubicBezTo>
                  <a:lnTo>
                    <a:pt x="648721" y="86147"/>
                  </a:lnTo>
                  <a:lnTo>
                    <a:pt x="653367" y="128964"/>
                  </a:lnTo>
                  <a:cubicBezTo>
                    <a:pt x="678317" y="384156"/>
                    <a:pt x="695517" y="633686"/>
                    <a:pt x="725503" y="641731"/>
                  </a:cubicBezTo>
                  <a:cubicBezTo>
                    <a:pt x="754247" y="649443"/>
                    <a:pt x="770537" y="406372"/>
                    <a:pt x="795159" y="150472"/>
                  </a:cubicBezTo>
                  <a:close/>
                </a:path>
              </a:pathLst>
            </a:custGeom>
            <a:gradFill flip="none" rotWithShape="1">
              <a:gsLst>
                <a:gs pos="11000">
                  <a:srgbClr val="7030A0"/>
                </a:gs>
                <a:gs pos="26000">
                  <a:srgbClr val="0070C0"/>
                </a:gs>
                <a:gs pos="41000">
                  <a:srgbClr val="00B050"/>
                </a:gs>
                <a:gs pos="59000">
                  <a:srgbClr val="FFFF00"/>
                </a:gs>
                <a:gs pos="78000">
                  <a:srgbClr val="FFC000"/>
                </a:gs>
                <a:gs pos="88000">
                  <a:srgbClr val="FF0000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2043043" lon="2210153" rev="207542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1" name="手繪多邊形: 圖案 40">
              <a:extLst>
                <a:ext uri="{FF2B5EF4-FFF2-40B4-BE49-F238E27FC236}">
                  <a16:creationId xmlns:a16="http://schemas.microsoft.com/office/drawing/2014/main" id="{D665C37E-6D30-49EF-77E0-8A790DFDEC7B}"/>
                </a:ext>
              </a:extLst>
            </p:cNvPr>
            <p:cNvSpPr/>
            <p:nvPr/>
          </p:nvSpPr>
          <p:spPr>
            <a:xfrm>
              <a:off x="16744039" y="10975709"/>
              <a:ext cx="1575078" cy="696353"/>
            </a:xfrm>
            <a:custGeom>
              <a:avLst/>
              <a:gdLst>
                <a:gd name="connsiteX0" fmla="*/ 790556 w 1575078"/>
                <a:gd name="connsiteY0" fmla="*/ 117 h 696353"/>
                <a:gd name="connsiteX1" fmla="*/ 907338 w 1575078"/>
                <a:gd name="connsiteY1" fmla="*/ 55695 h 696353"/>
                <a:gd name="connsiteX2" fmla="*/ 939456 w 1575078"/>
                <a:gd name="connsiteY2" fmla="*/ 94350 h 696353"/>
                <a:gd name="connsiteX3" fmla="*/ 946074 w 1575078"/>
                <a:gd name="connsiteY3" fmla="*/ 155339 h 696353"/>
                <a:gd name="connsiteX4" fmla="*/ 1018210 w 1575078"/>
                <a:gd name="connsiteY4" fmla="*/ 668106 h 696353"/>
                <a:gd name="connsiteX5" fmla="*/ 1070636 w 1575078"/>
                <a:gd name="connsiteY5" fmla="*/ 362649 h 696353"/>
                <a:gd name="connsiteX6" fmla="*/ 1074990 w 1575078"/>
                <a:gd name="connsiteY6" fmla="*/ 315689 h 696353"/>
                <a:gd name="connsiteX7" fmla="*/ 1079232 w 1575078"/>
                <a:gd name="connsiteY7" fmla="*/ 322943 h 696353"/>
                <a:gd name="connsiteX8" fmla="*/ 1575078 w 1575078"/>
                <a:gd name="connsiteY8" fmla="*/ 696353 h 696353"/>
                <a:gd name="connsiteX9" fmla="*/ 0 w 1575078"/>
                <a:gd name="connsiteY9" fmla="*/ 696353 h 696353"/>
                <a:gd name="connsiteX10" fmla="*/ 790556 w 1575078"/>
                <a:gd name="connsiteY10" fmla="*/ 117 h 696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5078" h="696353">
                  <a:moveTo>
                    <a:pt x="790556" y="117"/>
                  </a:moveTo>
                  <a:cubicBezTo>
                    <a:pt x="835226" y="-1783"/>
                    <a:pt x="872640" y="19491"/>
                    <a:pt x="907338" y="55695"/>
                  </a:cubicBezTo>
                  <a:lnTo>
                    <a:pt x="939456" y="94350"/>
                  </a:lnTo>
                  <a:lnTo>
                    <a:pt x="946074" y="155339"/>
                  </a:lnTo>
                  <a:cubicBezTo>
                    <a:pt x="971024" y="410531"/>
                    <a:pt x="988224" y="660062"/>
                    <a:pt x="1018210" y="668106"/>
                  </a:cubicBezTo>
                  <a:cubicBezTo>
                    <a:pt x="1039768" y="673890"/>
                    <a:pt x="1054320" y="538609"/>
                    <a:pt x="1070636" y="362649"/>
                  </a:cubicBezTo>
                  <a:lnTo>
                    <a:pt x="1074990" y="315689"/>
                  </a:lnTo>
                  <a:lnTo>
                    <a:pt x="1079232" y="322943"/>
                  </a:lnTo>
                  <a:cubicBezTo>
                    <a:pt x="1181274" y="491105"/>
                    <a:pt x="1317844" y="667698"/>
                    <a:pt x="1575078" y="696353"/>
                  </a:cubicBezTo>
                  <a:lnTo>
                    <a:pt x="0" y="696353"/>
                  </a:lnTo>
                  <a:cubicBezTo>
                    <a:pt x="505412" y="656023"/>
                    <a:pt x="542022" y="10690"/>
                    <a:pt x="790556" y="117"/>
                  </a:cubicBezTo>
                  <a:close/>
                </a:path>
              </a:pathLst>
            </a:custGeom>
            <a:gradFill flip="none" rotWithShape="1">
              <a:gsLst>
                <a:gs pos="11000">
                  <a:srgbClr val="7030A0"/>
                </a:gs>
                <a:gs pos="26000">
                  <a:srgbClr val="0070C0"/>
                </a:gs>
                <a:gs pos="41000">
                  <a:srgbClr val="00B050"/>
                </a:gs>
                <a:gs pos="59000">
                  <a:srgbClr val="FFFF00"/>
                </a:gs>
                <a:gs pos="78000">
                  <a:srgbClr val="FFC000"/>
                </a:gs>
                <a:gs pos="88000">
                  <a:srgbClr val="FF0000"/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>
                <a:rot lat="2043043" lon="2210153" rev="207542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EACC69A1-D7E3-4871-0ADA-E0D2412EF209}"/>
                </a:ext>
              </a:extLst>
            </p:cNvPr>
            <p:cNvSpPr txBox="1"/>
            <p:nvPr/>
          </p:nvSpPr>
          <p:spPr>
            <a:xfrm>
              <a:off x="14874637" y="9258617"/>
              <a:ext cx="2131037" cy="44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FFC000"/>
                  </a:solidFill>
                </a:rPr>
                <a:t>Excitation Pulse</a:t>
              </a:r>
              <a:endParaRPr lang="zh-TW" altLang="en-US" baseline="-25000" dirty="0">
                <a:solidFill>
                  <a:srgbClr val="FFC000"/>
                </a:solidFill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8A001AB0-B26E-0564-D97B-D048F1215548}"/>
                </a:ext>
              </a:extLst>
            </p:cNvPr>
            <p:cNvSpPr txBox="1"/>
            <p:nvPr/>
          </p:nvSpPr>
          <p:spPr>
            <a:xfrm>
              <a:off x="12078006" y="10491587"/>
              <a:ext cx="1647680" cy="44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chemeClr val="accent2">
                      <a:lumMod val="75000"/>
                    </a:schemeClr>
                  </a:solidFill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Probe Pulse</a:t>
              </a:r>
              <a:endParaRPr lang="zh-TW" altLang="en-US" baseline="-25000" dirty="0">
                <a:solidFill>
                  <a:schemeClr val="accent2">
                    <a:lumMod val="7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2AAEF828-8F68-0097-E067-163B45218F41}"/>
                </a:ext>
              </a:extLst>
            </p:cNvPr>
            <p:cNvSpPr txBox="1"/>
            <p:nvPr/>
          </p:nvSpPr>
          <p:spPr>
            <a:xfrm>
              <a:off x="18741476" y="10913408"/>
              <a:ext cx="440684" cy="44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TW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τ</a:t>
              </a:r>
              <a:r>
                <a:rPr lang="en-US" altLang="zh-TW" baseline="-250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1</a:t>
              </a:r>
              <a:endParaRPr lang="zh-TW" altLang="en-US" dirty="0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F1BA796B-CF51-6111-2CBB-237AC0E78BBD}"/>
                </a:ext>
              </a:extLst>
            </p:cNvPr>
            <p:cNvSpPr txBox="1"/>
            <p:nvPr/>
          </p:nvSpPr>
          <p:spPr>
            <a:xfrm>
              <a:off x="17790051" y="10913580"/>
              <a:ext cx="440684" cy="44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TW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τ</a:t>
              </a:r>
              <a:r>
                <a:rPr lang="en-US" altLang="zh-TW" baseline="-250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2</a:t>
              </a:r>
              <a:endParaRPr lang="zh-TW" altLang="en-US" dirty="0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259BF6F6-6CC0-6863-BC30-AFF8515D2C06}"/>
                </a:ext>
              </a:extLst>
            </p:cNvPr>
            <p:cNvSpPr txBox="1"/>
            <p:nvPr/>
          </p:nvSpPr>
          <p:spPr>
            <a:xfrm>
              <a:off x="16888773" y="10913408"/>
              <a:ext cx="440684" cy="4468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altLang="zh-TW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τ</a:t>
              </a:r>
              <a:r>
                <a:rPr lang="en-US" altLang="zh-TW" baseline="-250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rPr>
                <a:t>3</a:t>
              </a:r>
              <a:endParaRPr lang="zh-TW" altLang="en-US" dirty="0">
                <a:effectLst>
                  <a:glow rad="101600">
                    <a:schemeClr val="bg1">
                      <a:alpha val="60000"/>
                    </a:schemeClr>
                  </a:glo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70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</Words>
  <Application>Microsoft Office PowerPoint</Application>
  <PresentationFormat>寬螢幕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Bo-Han Chen</dc:creator>
  <cp:lastModifiedBy>Bo-Han Chen</cp:lastModifiedBy>
  <cp:revision>1</cp:revision>
  <dcterms:created xsi:type="dcterms:W3CDTF">2026-06-14T16:33:04Z</dcterms:created>
  <dcterms:modified xsi:type="dcterms:W3CDTF">2026-06-14T16:34:36Z</dcterms:modified>
</cp:coreProperties>
</file>